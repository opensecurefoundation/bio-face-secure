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1A2570"/>
          </a:solidFill>
          <a:ln w="12700">
            <a:solidFill>
              <a:srgbClr val="1A2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011680" cy="347472"/>
          </a:xfrm>
          <a:prstGeom prst="rect">
            <a:avLst>
              <a:gd name="adj" fmla="val 157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LIVRABLE L4  ·  DOSSIER DE RÉALISATION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Cahier de Réalisation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</a:rPr>
              <a:t>Système d'Authentification Biométrique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</a:rPr>
              <a:t>par Reconnaissance Faciale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4114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16352"/>
            <a:ext cx="2011680" cy="274320"/>
          </a:xfrm>
          <a:prstGeom prst="rect">
            <a:avLst>
              <a:gd name="adj" fmla="val 20000"/>
            </a:avLst>
          </a:prstGeom>
          <a:solidFill>
            <a:srgbClr val="1A25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Code Source Python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2816352"/>
            <a:ext cx="2011680" cy="274320"/>
          </a:xfrm>
          <a:prstGeom prst="rect">
            <a:avLst>
              <a:gd name="adj" fmla="val 20000"/>
            </a:avLst>
          </a:prstGeom>
          <a:solidFill>
            <a:srgbClr val="1A25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Tests &amp; Résultats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2816352"/>
            <a:ext cx="2011680" cy="274320"/>
          </a:xfrm>
          <a:prstGeom prst="rect">
            <a:avLst>
              <a:gd name="adj" fmla="val 20000"/>
            </a:avLst>
          </a:prstGeom>
          <a:solidFill>
            <a:srgbClr val="1A25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Structure Projet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2011680" cy="274320"/>
          </a:xfrm>
          <a:prstGeom prst="rect">
            <a:avLst>
              <a:gd name="adj" fmla="val 20000"/>
            </a:avLst>
          </a:prstGeom>
          <a:solidFill>
            <a:srgbClr val="1A25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82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Captures d'écran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3182112"/>
            <a:ext cx="2011680" cy="274320"/>
          </a:xfrm>
          <a:prstGeom prst="rect">
            <a:avLst>
              <a:gd name="adj" fmla="val 20000"/>
            </a:avLst>
          </a:prstGeom>
          <a:solidFill>
            <a:srgbClr val="1A25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182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Portabilité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4074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Projet académique  ·  Version 1.0  ·  Ubuntu → Windows  ·  2025 –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Plan du Dossier de Réalisation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8638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863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8229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Structure &amp; Organisation du Projet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107899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Arborescence des fichiers, modules Python, organisation du code source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49504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9504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49504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5316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Environnement de Développement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178765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Installation Ubuntu, dépendances, virtualenv, configuration initiale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220370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20370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20370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2402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Module FaceEngine — Reconnaissance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" y="249631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Capture webcam, détection dlib, encodage 128D, comparaison euclidienne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291236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91236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1236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9489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Module LivenessEngine — Anti-Spoofing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232" y="320497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Calcul EAR, détection clignement, mesure rotation angulaire, score composite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6032" y="36210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62102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6210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6576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Module CryptoService — Chiffrement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" y="391363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Génération clé Fernet, chiffrement AES-256, déchiffrement pour comparaison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56032" y="432968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432968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3296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43662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Persistance — UserRepository &amp; LogRepo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" y="462229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Schéma SQLite, opérations CRUD, stockage chiffré, journalisation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78638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786384"/>
            <a:ext cx="38404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7863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8229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Contrôleurs — AuthController &amp; CRUD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12080" y="107899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Orchestration du flux, prise de décision, délégation aux modules métier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54880" y="149504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495044"/>
            <a:ext cx="38404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49504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15316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Interface Graphique (GUI)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12080" y="178765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Fenêtres Tkinter/PyQt5, flux webcam temps réel, navigation entre modules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54880" y="220370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2203704"/>
            <a:ext cx="38404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20370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12080" y="22402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Résultats des Tests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12080" y="249631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Tests unitaires, intégration, anti-spoofing — tableaux de résultats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54880" y="291236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0" y="2912364"/>
            <a:ext cx="38404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291236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12080" y="29489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Portabilité Ubuntu → Windows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212080" y="320497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Adaptations chemins, venv, requirements.txt, guide de déploiement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54880" y="36210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3621024"/>
            <a:ext cx="38404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6210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12080" y="36576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Problèmes Rencontrés &amp; Solutions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212080" y="391363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Difficultés techniques, solutions appliquées, leçons apprises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754880" y="432968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54880" y="4329684"/>
            <a:ext cx="38404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43296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212080" y="43662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Bilan de Réalisation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212080" y="4622292"/>
            <a:ext cx="3703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Fonctionnalités livrées, métriques, axes d'amélioration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Plan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Structure &amp; Organisation du Projet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96112"/>
            <a:ext cx="2194560" cy="256032"/>
          </a:xfrm>
          <a:prstGeom prst="rect">
            <a:avLst>
              <a:gd name="adj" fmla="val 2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Arborescence des fichiers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18872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biometric_auth/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" y="133045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" y="147218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config.json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3776" y="161391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776" y="175564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secret.key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189738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core/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3504" y="203911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face_engine.py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3504" y="218084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liveness.py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3504" y="232257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crypto_service.py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" y="246430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db/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260604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user_repository.py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" y="274777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log_repository.py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" y="288950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controllers/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3504" y="303123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auth_controller.py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3504" y="317296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user_controller.py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" y="331470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gui/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03504" y="3456432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main_window.py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" y="3598164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auth_window.py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3776" y="3739896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3504" y="388162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test_face.py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402336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test_liveness.py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804672"/>
            <a:ext cx="42245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804672"/>
            <a:ext cx="347472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859536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D47"/>
                </a:solidFill>
              </a:rPr>
              <a:t>core/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84064" y="110642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Moteurs métier : FaceEngine, LivenessEngine, CryptoService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1536192"/>
            <a:ext cx="42245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536192"/>
            <a:ext cx="347472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84064" y="1591056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D47"/>
                </a:solidFill>
              </a:rPr>
              <a:t>db/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84064" y="183794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Persistance : UserRepository et LogRepository (SQLite)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267712"/>
            <a:ext cx="42245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267712"/>
            <a:ext cx="347472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84064" y="2322576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D47"/>
                </a:solidFill>
              </a:rPr>
              <a:t>controllers/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84064" y="256946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Orchestration : AuthController, UserController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2999232"/>
            <a:ext cx="42245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999232"/>
            <a:ext cx="347472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3054096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D47"/>
                </a:solidFill>
              </a:rPr>
              <a:t>gui/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84064" y="330098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Interface graphique Tkinter/PyQt5 — fenêtres et flux webcam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3730752"/>
            <a:ext cx="42245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730752"/>
            <a:ext cx="347472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3785616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D47"/>
                </a:solidFill>
              </a:rPr>
              <a:t>tests/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84064" y="403250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Tests unitaires et d'intégration par module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01 — Structure du Projet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Environnement de Développement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9144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D47"/>
                </a:solidFill>
              </a:rPr>
              <a:t>Système d'exploitation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3968496" cy="310896"/>
          </a:xfrm>
          <a:prstGeom prst="rect">
            <a:avLst>
              <a:gd name="adj" fmla="val 11765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3716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 22.04 LTS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Environnement de référence. Toutes les dépendances sont disponibles via apt et pip.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91440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0096" y="9144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D47"/>
                </a:solidFill>
              </a:rPr>
              <a:t>Environnement virtuel Python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64608" y="1371600"/>
            <a:ext cx="3968496" cy="310896"/>
          </a:xfrm>
          <a:prstGeom prst="rect">
            <a:avLst>
              <a:gd name="adj" fmla="val 11765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3716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venv &amp;&amp; source venv/bin/activate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64608" y="17373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Isolation des dépendances. Reproduire l'environnement sans conflit de versions système.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21762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28600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22860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D47"/>
                </a:solidFill>
              </a:rPr>
              <a:t>Installation des dépendances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3968496" cy="310896"/>
          </a:xfrm>
          <a:prstGeom prst="rect">
            <a:avLst>
              <a:gd name="adj" fmla="val 11765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7432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" y="31089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OpenCV 4.7+, dlib 19.24+, face_recognition 1.3+, cryptography 41+, PyQt5 5.15+.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1762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228600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0096" y="22860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D47"/>
                </a:solidFill>
              </a:rPr>
              <a:t>Génération de la clé Fernet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64608" y="2743200"/>
            <a:ext cx="3968496" cy="310896"/>
          </a:xfrm>
          <a:prstGeom prst="rect">
            <a:avLst>
              <a:gd name="adj" fmla="val 11765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7432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"from cryptography.fernet import Fernet; open('secret.key','wb').write(Fernet.generate_key())"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64608" y="31089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Clé AES-256 générée une fois, stockée hors BDD, jamais versionnée dans Git.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35478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65760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1248" y="36576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D47"/>
                </a:solidFill>
              </a:rPr>
              <a:t>Initialisation de la BDD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3968496" cy="310896"/>
          </a:xfrm>
          <a:prstGeom prst="rect">
            <a:avLst>
              <a:gd name="adj" fmla="val 11765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41148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db/init_db.py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" y="44805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Crée biometric.db avec les 4 tables (users, encodages, logs_tentatives, configuration).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35478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64608" y="365760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0096" y="36576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D47"/>
                </a:solidFill>
              </a:rPr>
              <a:t>Lancement de l'application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64608" y="4114800"/>
            <a:ext cx="3968496" cy="310896"/>
          </a:xfrm>
          <a:prstGeom prst="rect">
            <a:avLst>
              <a:gd name="adj" fmla="val 11765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41148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64608" y="44805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Fenêtre principale GUI. Webcam détectée automatiquement. Config chargée depuis config.json.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02 — Environnement de Développement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 FaceEngine — Reconnaissance Faciale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5720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96112"/>
            <a:ext cx="2194560" cy="256032"/>
          </a:xfrm>
          <a:prstGeom prst="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core/face_engine.py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face_recognition, cv2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65760" y="131216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.crypto_service import CryptoService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65760" y="155905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FaceEngine: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seuil=0.6):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65760" y="1805940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self.seuil = seuil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65760" y="192938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self.crypto = CryptoService()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65760" y="217627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generer_encodage(self, frame):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65760" y="2299716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rgb = cv2.cvtColor(frame, cv2.COLOR_BGR2RGB)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locs = face_recognition.face_locations(rgb)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65760" y="254660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locs: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65760" y="267004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None  # aucun visage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65760" y="279349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vecteur = face_recognition.face_encodings(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65760" y="2916936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rgb, locs)[0]  # 128D numpy array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65760" y="3040380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self.crypto.chiffrer(vecteur)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65760" y="328726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comparer(self, token, vecteurs_db):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65760" y="3410712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v1 = self.crypto.dechiffrer(token)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65760" y="3534156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distances = face_recognition.face_distance(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vecteurs_db, v1)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65760" y="3781044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idx = distances.argmin()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65760" y="390448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distances[idx] &lt;= self.seuil, idx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084064" y="804672"/>
            <a:ext cx="3803904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12080" y="896112"/>
            <a:ext cx="2194560" cy="256032"/>
          </a:xfrm>
          <a:prstGeom prst="rect">
            <a:avLst>
              <a:gd name="adj" fmla="val 2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896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Points Clés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124358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2704" y="1252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Capture Webcam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32704" y="14630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cv2.VideoCapture(0) — flux 640×480 à 30fps. Chaque frame est convertie en RGB pour dlib.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212080" y="197510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32704" y="19842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Détection 68 Points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32704" y="21945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face_recognition.face_locations() utilise le modèle HOG de dlib pour localiser les visages.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12080" y="270662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32704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Encodage 128D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32704" y="29260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Vecteur numpy float64 de 128 dimensions. Représentation unique par individu. Jamais stocké en clair.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212080" y="343814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32704" y="34472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Distance Euclidienne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32704" y="36576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face_distance() calcule la distance L2. Seuil configurable (0.6 par défaut). &lt; seuil = match.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12080" y="4169664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32704" y="41788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Chiffrement Immédiat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32704" y="43891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Le vecteur est chiffré AES-256 dès la sortie de generer_encodage(). Aucune donnée biométrique exposée.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03 — Module FaceEngine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 LivenessEngine — Détection Anti-Spoofing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60520" cy="1188720"/>
          </a:xfrm>
          <a:prstGeom prst="rect">
            <a:avLst/>
          </a:prstGeom>
          <a:solidFill>
            <a:srgbClr val="141D47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850392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Formule EAR (Eye Aspect Ratio)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  =  (‖p2–p6‖ + ‖p3–p5‖)  ÷  (2 × ‖p1–p4‖)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40817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p1–p6 = points dlib (landmarks 36–41 œil gauche, 42–47 œil droit)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Clignement détecté si EAR &lt; 0.25 sur ≥ 2 frames consécutives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2103120"/>
            <a:ext cx="4160520" cy="277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194560"/>
            <a:ext cx="2194560" cy="256032"/>
          </a:xfrm>
          <a:prstGeom prst="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core/liveness.py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calculer_ear(self, points_oeil):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65760" y="2683764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dist(points_oeil[1], points_oeil[5])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65760" y="280720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dist(points_oeil[2], points_oeil[4])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65760" y="293065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dist(points_oeil[0], points_oeil[3])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65760" y="3054096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 + B) / (2.0 * C)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65760" y="3300984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verifier_vivacite(self, frames):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65760" y="342442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n_clignem = 0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65760" y="354787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frame in frames: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65760" y="3671316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pts = extraire_landmarks(frame)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65760" y="379476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ear_g = self.calculer_ear(pts[36:42])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65760" y="3918204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ear_d = self.calculer_ear(pts[42:48])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65760" y="404164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ear = (ear_g + ear_d) / 2.0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65760" y="416509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ear &lt; self.seuil_ear:  # 0.25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65760" y="4288536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n_clignem += 1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65760" y="441198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n_clignem + self._score_mvt(frames)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65760" y="4535424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 &gt;= 1, score  # vivant si ≥ 1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663440" y="804672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804672"/>
            <a:ext cx="182880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896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D47"/>
                </a:solidFill>
              </a:rPr>
              <a:t>Photo imprimée / écran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115214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Pas de clignement (EAR constant ~0.3)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Pas de rotation tête (angle fixe)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→ Score = 0  →  REFUSÉ + flag ATTAQUE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066544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066544"/>
            <a:ext cx="18288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1579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D47"/>
                </a:solidFill>
              </a:rPr>
              <a:t>Vidéo rejouée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241401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Mouvements répétitifs mécaniques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Variation angulaire ≤ 5° (seuil mécanique)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→ Score faible  →  REFUSÉ + motif : mouvement artificiel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3328416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328416"/>
            <a:ext cx="18288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419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D47"/>
                </a:solidFill>
              </a:rPr>
              <a:t>Visage réel &amp; vivant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19472" y="367588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Clignements naturels (EAR &lt; 0.25 sur ≥ 2 frames)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Rotation tête &gt; 5° variation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→ Score ≥ 1  →  Liveness VALIDÉE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04 — Module LivenessEngine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CryptoService — Chiffrement AES-256 &amp; Persistance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86968"/>
            <a:ext cx="2194560" cy="256032"/>
          </a:xfrm>
          <a:prstGeom prst="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86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core/crypto_service.py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43584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cryptography.fernet import Fernet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65760" y="1365199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np, pickle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65760" y="160843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CryptoService: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65760" y="1730045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cle_path='secret.key'):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65760" y="185166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self.cle = self._charger(cle_path)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65760" y="1973275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 = Fernet(self.cle)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65760" y="2216506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chiffrer(self, vecteur: np.ndarray):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65760" y="2338121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pickle.dumps(vecteur)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65760" y="2459736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self.f.encrypt(raw)  # bytes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65760" y="2702966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dechiffrer(self, token: bytes):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65760" y="2824582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self.f.decrypt(token)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65760" y="2946197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pickle.loads(raw)  # ndarray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56032" y="2926080"/>
            <a:ext cx="416052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008376"/>
            <a:ext cx="2194560" cy="256032"/>
          </a:xfrm>
          <a:prstGeom prst="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08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db/user_repository.py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364992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UserRepository: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365760" y="3462833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ajouter(self, nom, token):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365760" y="3560674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self.cur.execute(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365760" y="3658514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'INSERT INTO users(nom) VALUES(?)', (nom,))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365760" y="3756355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uid = self.cur.lastrowid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365760" y="3854196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self.cur.execute(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365760" y="3952037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'INSERT INTO encodages(utilisateur_id,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365760" y="4049878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vecteur_chiffre) VALUES(?,?)',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365760" y="4147718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(uid, token))  # BLOB chiffré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365760" y="4245559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self.conn.commit()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365760" y="4441241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trouver_tous(self):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365760" y="4539082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Retourne [(id, nom, token_chiffré)]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365760" y="4636922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self.cur.execute(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365760" y="4734763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'SELECT u.id, u.nom, e.vecteur_chiffre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365760" y="4832604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FROM users u JOIN encodages e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365760" y="4930445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ON u.id=e.utilisateur_id').fetchall()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4663440" y="804672"/>
            <a:ext cx="422452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91456" y="886968"/>
            <a:ext cx="2194560" cy="256032"/>
          </a:xfrm>
          <a:prstGeom prst="rect">
            <a:avLst>
              <a:gd name="adj" fmla="val 2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886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Schéma SQLite — biometric.db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91456" y="1261872"/>
            <a:ext cx="3968496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126187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 users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91456" y="1536192"/>
            <a:ext cx="1965960" cy="15544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37176" y="1536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id INTEGER PK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775704" y="1536192"/>
            <a:ext cx="196596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21424" y="1536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nom TEXT UNIQUE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91456" y="1700784"/>
            <a:ext cx="1965960" cy="15544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37176" y="170078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date_creation DATETIME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775704" y="1700784"/>
            <a:ext cx="196596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21424" y="170078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actif INTEGER DEFAULT 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91456" y="2176272"/>
            <a:ext cx="3968496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217627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 encodages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91456" y="2450592"/>
            <a:ext cx="1965960" cy="15544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37176" y="24505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id INTEGER PK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775704" y="2450592"/>
            <a:ext cx="196596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1424" y="24505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utilisateur_id FK→users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91456" y="2615184"/>
            <a:ext cx="1965960" cy="15544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37176" y="261518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vecteur_chiffre BLOB ⬡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775704" y="2615184"/>
            <a:ext cx="196596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21424" y="261518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date_capture DATETIME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791456" y="3090672"/>
            <a:ext cx="3968496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28032" y="309067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 logs_tentatives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91456" y="3364992"/>
            <a:ext cx="1965960" cy="15544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37176" y="33649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id PK | horodatage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775704" y="3364992"/>
            <a:ext cx="196596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21424" y="33649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utilisateur_id FK (NULL)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791456" y="3529584"/>
            <a:ext cx="1965960" cy="15544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37176" y="352958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score_distance REAL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775704" y="3529584"/>
            <a:ext cx="196596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21424" y="352958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verdict | motif | flag_attaque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91456" y="4005072"/>
            <a:ext cx="3968496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28032" y="400507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 configuration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791456" y="4279392"/>
            <a:ext cx="1965960" cy="15544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37176" y="42793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cle TEXT PK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775704" y="4279392"/>
            <a:ext cx="196596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21424" y="42793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valeur TEXT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791456" y="4443984"/>
            <a:ext cx="1965960" cy="15544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37176" y="444398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description TEXT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775704" y="4443984"/>
            <a:ext cx="196596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21424" y="444398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D47"/>
                </a:solidFill>
              </a:rPr>
              <a:t>date_modif DATETIME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663440" y="4681728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⬡ = stockage BLOB chiffré AES-256 Fernet — jamais en clair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05 — CryptoService &amp; Persistance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AuthController — Orchestration du Flux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011680" cy="493776"/>
          </a:xfrm>
          <a:prstGeom prst="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77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lancerAuth()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078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Initialiser webcam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Charger profils BDD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2011680" cy="493776"/>
          </a:xfrm>
          <a:prstGeom prst="rect">
            <a:avLst>
              <a:gd name="adj" fmla="val 1111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capturerFrame()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792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cv2.VideoCapture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flux 640×480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2011680" cy="493776"/>
          </a:xfrm>
          <a:prstGeom prst="rect">
            <a:avLst>
              <a:gd name="adj" fmla="val 1111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FaceEngine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505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genererEncodage()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vecteur128D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980944"/>
            <a:ext cx="2011680" cy="493776"/>
          </a:xfrm>
          <a:prstGeom prst="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LivenessEngine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218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verifierVivacite()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score composite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3694176"/>
            <a:ext cx="2011680" cy="493776"/>
          </a:xfrm>
          <a:prstGeom prst="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30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Décision finale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distance ≤ seuil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ET liveness OK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4407408"/>
            <a:ext cx="2011680" cy="365760"/>
          </a:xfrm>
          <a:prstGeom prst="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443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LogRepository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6451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BF1FF"/>
                </a:solidFill>
              </a:rPr>
              <a:t>journaliser(résultat)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280160" y="1335024"/>
            <a:ext cx="0" cy="21945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2048256"/>
            <a:ext cx="0" cy="21945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2761488"/>
            <a:ext cx="0" cy="21945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3474720"/>
            <a:ext cx="0" cy="21945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0160" y="4187952"/>
            <a:ext cx="0" cy="21945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804672"/>
            <a:ext cx="632764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88336" y="886968"/>
            <a:ext cx="2194560" cy="256032"/>
          </a:xfrm>
          <a:prstGeom prst="rect">
            <a:avLst>
              <a:gd name="adj" fmla="val 2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88336" y="886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controllers/auth_controller.py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70048" y="1243584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AuthController: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670048" y="1355141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config):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670048" y="1466698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self.face    = FaceEngine(config['seuil'])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670048" y="1578254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self.liveness = LivenessEngine(config['ear'])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670048" y="1689811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self.repo    = UserRepository()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670048" y="1801368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self.logs    = LogRepository()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670048" y="2024482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traiter_frame(self, frame, buffer):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670048" y="2136038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1. Encodage facial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670048" y="2247595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 = self.face.generer_encodage(frame)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670048" y="2359152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token is None: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670048" y="2470709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{'verdict': 'aucun_visage'}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670048" y="2693822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2. Liveness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670048" y="2805379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vivant, score = self.liveness.verifier_vivacite(buffer)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670048" y="2916936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vivant: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670048" y="3028493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self.logs.enregistrer('refusé','ATTAQUE',score)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670048" y="3140050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{'verdict': 'refusé', 'motif': 'liveness'}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670048" y="3363163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3. Comparaison BDD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670048" y="3474720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profils = self.repo.trouver_tous()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670048" y="3586277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vecteurs = [self.face.crypto.dechiffrer(p[2]) for p in profils]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670048" y="3697834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match, idx = self.face.comparer(token, vecteurs)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670048" y="3920947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4. Décision finale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670048" y="4032504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verdict = 'accordé' if match else 'refusé'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670048" y="4144061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self.logs.enregistrer(verdict, None, score)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670048" y="4255618"/>
            <a:ext cx="6108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{'verdict': verdict, 'profil': profils[idx][1] if match else None}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06 — AuthController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Interface Graphique — GUI Tkinter/PyQt5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86968"/>
            <a:ext cx="2194560" cy="256032"/>
          </a:xfrm>
          <a:prstGeom prst="rect">
            <a:avLst>
              <a:gd name="adj" fmla="val 2142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86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gui/auth_window.py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24358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AuthWindow(QWidget):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355141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controller):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46669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57825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self.ctrl = controller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1689811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self.cap  = cv2.VideoCapture(0)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180136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self.buffer = deque(maxlen=20)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1912925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self._build_ui()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202448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self._start_timer()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2247595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_start_timer(self):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235915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self.timer = QTimer()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2470709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self.timer.timeout.connect(self._update)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58226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self.timer.start(33)  # ~30fps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" y="2805379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_update(self):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ok, frame = self.cap.read()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3028493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ok: return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314005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self.buffer.append(frame)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325160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Affichage webcam en temps réel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" y="3363163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rgb = cv2.cvtColor(frame, cv2.COLOR_BGR2RGB)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0" y="347472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 = QImage(rgb.data, 640, 480, QImage.Format_RGB888)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3586277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self.lbl_cam.setPixmap(QPixmap.fromImage(img))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5760" y="380939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lancer_auth(self):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3920947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 = self.ctrl.traiter_frame(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5760" y="40325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self.buffer[-1], list(self.buffer))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5760" y="4144061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self._afficher_verdict(res['verdict'],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" y="425561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res.get('profil'))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804672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804672"/>
            <a:ext cx="2057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804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Fenêtre Principale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078992"/>
            <a:ext cx="20574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1078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Démarrer Authentification →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1481328"/>
            <a:ext cx="2057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Gérer Utilisateurs →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1883664"/>
            <a:ext cx="20574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18836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Configuration →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2286000"/>
            <a:ext cx="2057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22860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Journaux →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12280" y="804672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12280" y="804672"/>
            <a:ext cx="205740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804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Module Auth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12280" y="1078992"/>
            <a:ext cx="20574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85432" y="1078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⬛ Flux webcam 640×480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12280" y="1481328"/>
            <a:ext cx="2057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85432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📊 Score vivacité : 0.85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12280" y="1883664"/>
            <a:ext cx="20574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85432" y="18836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🟢 Accès accordé — Alice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12280" y="2286000"/>
            <a:ext cx="2057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85432" y="22860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⏱ Temps : 1.4s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63440" y="2889504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63440" y="2889504"/>
            <a:ext cx="2057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28895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Enregistrement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3163824"/>
            <a:ext cx="20574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31638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Nom : [_____________]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63440" y="3566160"/>
            <a:ext cx="2057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35661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⬛ Prévisualisation live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63440" y="3968496"/>
            <a:ext cx="20574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39684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[ Capturer &amp; Enregistrer ]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63440" y="4370832"/>
            <a:ext cx="2057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4370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✅ Profil #42 créé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812280" y="2889504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812280" y="2889504"/>
            <a:ext cx="20574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12280" y="28895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Journaux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812280" y="3163824"/>
            <a:ext cx="20574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85432" y="31638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2026-05 | Alice | accordé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812280" y="3566160"/>
            <a:ext cx="2057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85432" y="35661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2026-05 | ? | ATTAQUE 🔴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812280" y="3968496"/>
            <a:ext cx="205740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85432" y="39684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Filtre : [verdict ▼]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812280" y="4370832"/>
            <a:ext cx="2057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85432" y="4370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1D47"/>
                </a:solidFill>
              </a:rPr>
              <a:t>[ Export CSV ]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07 — Interface GUI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Résultats des Tests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2194560" cy="256032"/>
          </a:xfrm>
          <a:prstGeom prst="rect">
            <a:avLst>
              <a:gd name="adj" fmla="val 2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22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Tests Unitaires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15568"/>
          <a:ext cx="8631936" cy="123444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1645920"/>
                <a:gridCol w="914400"/>
              </a:tblGrid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Fonction testée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Résultat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FaceEngine.generer_encodage()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Frame avec visage → vecteur 128D non null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128D float64 ✓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FaceEngine.generer_encodage()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Frame sans visage → retourne None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None ✓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LivenessEngine.calculer_ear()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Valeur EAR dans [0.0 – 0.5]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0.28 ✓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CryptoService.chiffrer/déchiffrer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chiffrer(v) puis déchiffrer → vecteur original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Identical ✓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ConfigLoader.getSeuil()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Valeur hors plage → fallback 0.6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0.6 ✓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56032" y="2450592"/>
            <a:ext cx="2194560" cy="256032"/>
          </a:xfrm>
          <a:prstGeom prst="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2450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Tests d'Intégration</a:t>
            </a:r>
            <a:endParaRPr lang="en-US" sz="8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743200"/>
          <a:ext cx="8631936" cy="1060704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560320"/>
                <a:gridCol w="914400"/>
              </a:tblGrid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Scénario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Entrée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Résultat attendu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Flux auth — profil enregistré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Frame webcam profil Alice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Verdict accordé, log créé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Flux auth — visage inconnu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Frame webcam inconnu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Verdict refusé, log créé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CRUD enregistrement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nom='Alice', token chiffré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SQLite: token BLOB, pas de clair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Config modifiée → seuil actif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seuil=0.5 en config.json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AuthController utilise 0.5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56032" y="3886200"/>
            <a:ext cx="2194560" cy="256032"/>
          </a:xfrm>
          <a:prstGeom prst="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Tests Anti-Spoofing</a:t>
            </a:r>
            <a:endParaRPr lang="en-US" sz="85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4178808"/>
          <a:ext cx="8631936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1920240"/>
                <a:gridCol w="1097280"/>
              </a:tblGrid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 d'attaque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Mécanisme détection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Taux rejet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Photo imprimée (10 tests)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EAR constant, 0 clignement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REFUSÉ + ATTAQUE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Vidéo rejouée (10 tests)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Variation angulaire ≤ 5°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REFUSÉ + ATTAQUE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Visage réel (20 tests)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EAR &lt; 0.25, rotation &gt; 5°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ACCORDÉ ✓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0% faux neg.</a:t>
                      </a:r>
                      <a:endParaRPr lang="en-US" sz="8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08 — Résultats des Tests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Portabilité Ubuntu → Windows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420624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Ubuntu 22.04 LTS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868680"/>
            <a:ext cx="914400" cy="237744"/>
          </a:xfrm>
          <a:prstGeom prst="rect">
            <a:avLst>
              <a:gd name="adj" fmla="val 1538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868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766E"/>
                </a:solidFill>
              </a:rPr>
              <a:t>RÉFÉRENCE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307592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07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" y="1298448"/>
            <a:ext cx="3657600" cy="256032"/>
          </a:xfrm>
          <a:prstGeom prst="rect">
            <a:avLst>
              <a:gd name="adj" fmla="val 10714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python3-pip python3-venv cmake build-essential libboost-all-dev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94944" y="1591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Installation des dépendances système (dlib nécessite cmake et boost)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65760" y="2002536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02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" y="1993392"/>
            <a:ext cx="3657600" cy="256032"/>
          </a:xfrm>
          <a:prstGeom prst="rect">
            <a:avLst>
              <a:gd name="adj" fmla="val 10714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venv &amp;&amp; source venv/bin/activate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94944" y="2286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Création et activation du virtualenv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" y="2688336"/>
            <a:ext cx="3657600" cy="256032"/>
          </a:xfrm>
          <a:prstGeom prst="rect">
            <a:avLst>
              <a:gd name="adj" fmla="val 10714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688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94944" y="29809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Installation des packages Python (OpenCV, dlib, face_recognition, cryptography, PyQt5)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65760" y="3392424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" y="3383280"/>
            <a:ext cx="3657600" cy="256032"/>
          </a:xfrm>
          <a:prstGeom prst="rect">
            <a:avLst>
              <a:gd name="adj" fmla="val 10714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db/init_db.py &amp;&amp; python main.py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4944" y="3675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Initialisation BDD et lancement application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65760" y="4206240"/>
            <a:ext cx="3968496" cy="530352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206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141D47"/>
                </a:solidFill>
              </a:rPr>
              <a:t>💡 Webcam testée : Logitech C920 et webcam intégrée. dlib compilé depuis source si pip échoue.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754880" y="804672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804672"/>
            <a:ext cx="42062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804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Windows 10 / 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868680"/>
            <a:ext cx="914400" cy="237744"/>
          </a:xfrm>
          <a:prstGeom prst="rect">
            <a:avLst>
              <a:gd name="adj" fmla="val 1538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868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761"/>
                </a:solidFill>
              </a:rPr>
              <a:t>PORTABILITÉ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864608" y="130759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307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93792" y="1298448"/>
            <a:ext cx="3657600" cy="256032"/>
          </a:xfrm>
          <a:prstGeom prst="rect">
            <a:avLst>
              <a:gd name="adj" fmla="val 10714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Python.Python.3.10  +  VS Build Tools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93792" y="1591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Python 3.10+ et compilateurs C++ pour dlib (Visual Studio Build Tools requis)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864608" y="200253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2002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93792" y="1993392"/>
            <a:ext cx="3657600" cy="256032"/>
          </a:xfrm>
          <a:prstGeom prst="rect">
            <a:avLst>
              <a:gd name="adj" fmla="val 10714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0368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  &amp;&amp;  .\venv\Scripts\activate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193792" y="2286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Création et activation du virtualenv Windows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864608" y="269748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193792" y="2688336"/>
            <a:ext cx="3657600" cy="256032"/>
          </a:xfrm>
          <a:prstGeom prst="rect">
            <a:avLst>
              <a:gd name="adj" fmla="val 10714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0368" y="2688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93792" y="29809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requirements.txt identique. dlib wheel pré-compilé disponible sur PyPI pour Windows x64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4864608" y="3392424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93792" y="3383280"/>
            <a:ext cx="3657600" cy="256032"/>
          </a:xfrm>
          <a:prstGeom prst="rect">
            <a:avLst>
              <a:gd name="adj" fmla="val 10714"/>
            </a:avLst>
          </a:prstGeom>
          <a:solidFill>
            <a:srgbClr val="141D47"/>
          </a:solidFill>
          <a:ln w="12700">
            <a:solidFill>
              <a:srgbClr val="141D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0368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db\init_db.py &amp;&amp; python main.py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93792" y="3675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Chemins relatifs — aucune modification de code requise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4864608" y="4206240"/>
            <a:ext cx="3968496" cy="530352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9472" y="4206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141D47"/>
                </a:solidFill>
              </a:rPr>
              <a:t>💡 Testé sous Windows 11 x64. Alternative : wheel dlib-bin si compilation échoue.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09 — Portabilité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Problèmes Rencontrés &amp; Solutions Appliquées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04672"/>
            <a:ext cx="457200" cy="13350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075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859536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Compilation de dlib sous Ubuntu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6384" y="1106424"/>
            <a:ext cx="475488" cy="146304"/>
          </a:xfrm>
          <a:prstGeom prst="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1064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Problème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86384" y="12801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dlib 19.24 nécessite cmake, boost et les headers Python. La compilation depuis source prenait 15–20 min.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86384" y="1591056"/>
            <a:ext cx="475488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159105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Solution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86384" y="176479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41D47"/>
                </a:solidFill>
              </a:rPr>
              <a:t>Ajout de cmake + libboost-all-dev dans le guide d'installation. Utilisation du wheel pré-compilé dlib-bin pour Windows.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754880" y="804672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804672"/>
            <a:ext cx="457200" cy="13350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075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85232" y="859536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Faux positifs liveness avec lunettes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85232" y="1106424"/>
            <a:ext cx="475488" cy="146304"/>
          </a:xfrm>
          <a:prstGeom prst="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11064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Problème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285232" y="12801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Les lunettes masquent les points dlib 36–47 (paupières), causant un EAR anormal et des faux refus.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285232" y="1591056"/>
            <a:ext cx="475488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59105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Solution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285232" y="176479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41D47"/>
                </a:solidFill>
              </a:rPr>
              <a:t>Ajout d'un fallback sur le mouvement de la tête si EAR indisponible. Seuil EAR abaissé à 0.20 pour les porteurs de lunettes (configurable).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56032" y="2231136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231136"/>
            <a:ext cx="457200" cy="13350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73405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" y="228600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Latence &gt; 2s sur CPU sans GPU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6384" y="2532888"/>
            <a:ext cx="475488" cy="146304"/>
          </a:xfrm>
          <a:prstGeom prst="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253288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Problème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86384" y="270662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face_recognition sur CPU (~500 ms/frame) dépassait le SLA de 2 secondes sur config minimale.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786384" y="3017520"/>
            <a:ext cx="475488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301752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Solution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86384" y="319125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41D47"/>
                </a:solidFill>
              </a:rPr>
              <a:t>Réduction résolution interne à 320×240 pour la détection (upscale pour affichage). Skip 1 frame sur 2 pour la génération d'encodage.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754880" y="2231136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231136"/>
            <a:ext cx="457200" cy="13350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73405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85232" y="228600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Chemins absolus brisent la portabilité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85232" y="2532888"/>
            <a:ext cx="475488" cy="146304"/>
          </a:xfrm>
          <a:prstGeom prst="rect">
            <a:avLst>
              <a:gd name="adj" fmla="val 1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253288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Problème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285232" y="270662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Chemins codés en dur (/home/user/...) empêchaient l'exécution sur d'autres machines ou OS.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285232" y="3017520"/>
            <a:ext cx="475488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85232" y="301752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Solution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285232" y="3191256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41D47"/>
                </a:solidFill>
              </a:rPr>
              <a:t>Refactoring avec os.path.dirname(__file__) et pathlib.Path pour tous les chemins. config.json référence des chemins relatifs.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56032" y="3657600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" y="3657600"/>
            <a:ext cx="457200" cy="13350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41605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6384" y="371246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Thread Qt et capture webcam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6384" y="3959352"/>
            <a:ext cx="475488" cy="146304"/>
          </a:xfrm>
          <a:prstGeom prst="rect">
            <a:avLst>
              <a:gd name="adj" fmla="val 1875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" y="395935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Problème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86384" y="413308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L'accès à cv2.VideoCapture depuis le thread UI principal provoquait des freezes sur certains pilotes.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786384" y="4443984"/>
            <a:ext cx="475488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6384" y="4443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Solution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786384" y="461772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41D47"/>
                </a:solidFill>
              </a:rPr>
              <a:t>Déplacement de la capture dans un QThread dédié. Signaux/slots Qt pour transmettre les frames au thread UI.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4754880" y="3657600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3657600"/>
            <a:ext cx="457200" cy="13350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41605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P6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285232" y="371246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D47"/>
                </a:solidFill>
              </a:rPr>
              <a:t>Gestion de la clé Fernet perdue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285232" y="3959352"/>
            <a:ext cx="475488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85232" y="395935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Problème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285232" y="413308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Si secret.key est supprimé, tous les encodages BDD deviennent illisibles (données perdues).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5285232" y="4443984"/>
            <a:ext cx="475488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85232" y="4443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Solution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285232" y="461772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41D47"/>
                </a:solidFill>
              </a:rPr>
              <a:t>Ajout d'un avertissement au démarrage si secret.key manquante. Documentation : sauvegarder la clé avec la BDD.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10 — Problèmes &amp; Solutions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1440"/>
            <a:ext cx="457200" cy="457200"/>
          </a:xfrm>
          <a:prstGeom prst="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Bilan de Réalisation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066544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961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" y="148132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F1FF"/>
                </a:solidFill>
              </a:rPr>
              <a:t>Modules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F1FF"/>
                </a:solidFill>
              </a:rPr>
              <a:t>FaceEngine, Liveness, Crypto,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F1FF"/>
                </a:solidFill>
              </a:rPr>
              <a:t>UserRepo, LogRepo, AuthCtrl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804672"/>
            <a:ext cx="2066544" cy="1371600"/>
          </a:xfrm>
          <a:prstGeom prst="rect">
            <a:avLst/>
          </a:prstGeom>
          <a:solidFill>
            <a:srgbClr val="059669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8961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32304" y="148132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F1FF"/>
                </a:solidFill>
              </a:rPr>
              <a:t>Tests Pass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32304" y="173736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F1FF"/>
                </a:solidFill>
              </a:rPr>
              <a:t>Unitaires, intégration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F1FF"/>
                </a:solidFill>
              </a:rPr>
              <a:t>et anti-spoofing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08576" y="804672"/>
            <a:ext cx="2066544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8961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1.4s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08576" y="148132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F1FF"/>
                </a:solidFill>
              </a:rPr>
              <a:t>Auth Moy.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08576" y="173736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F1FF"/>
                </a:solidFill>
              </a:rPr>
              <a:t>Bien en dessous du SLA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F1FF"/>
                </a:solidFill>
              </a:rPr>
              <a:t>de 2 secondes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84848" y="804672"/>
            <a:ext cx="206654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84848" y="89611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84848" y="148132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F1FF"/>
                </a:solidFill>
              </a:rPr>
              <a:t>Anti-Spoof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173736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F1FF"/>
                </a:solidFill>
              </a:rPr>
              <a:t>20 attaques testées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BF1FF"/>
                </a:solidFill>
              </a:rPr>
              <a:t>toutes rejetées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2286000"/>
            <a:ext cx="502920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377440"/>
            <a:ext cx="2194560" cy="256032"/>
          </a:xfrm>
          <a:prstGeom prst="rect">
            <a:avLst>
              <a:gd name="adj" fmla="val 2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Fonctionnalités livrées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27797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D47"/>
                </a:solidFill>
              </a:rPr>
              <a:t>Reconnaissance faciale en temps réel (&lt; 2s)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71216" y="27797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0672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D47"/>
                </a:solidFill>
              </a:rPr>
              <a:t>Gestion CRUD des profils biométriques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32369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32004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D47"/>
                </a:solidFill>
              </a:rPr>
              <a:t>Chiffrement AES-256 de tous les vecteurs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71216" y="32369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0672" y="32004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D47"/>
                </a:solidFill>
              </a:rPr>
              <a:t>Liveness detection EAR + mouvement tête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" y="36941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D47"/>
                </a:solidFill>
              </a:rPr>
              <a:t>Anti-spoofing photo et vidéo (taux 100%)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871216" y="36941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0672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D47"/>
                </a:solidFill>
              </a:rPr>
              <a:t>Journalisation horodatée de chaque tentative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048" y="41513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41148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D47"/>
                </a:solidFill>
              </a:rPr>
              <a:t>Interface GUI avec prévisualisation webcam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871216" y="41513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0672" y="41148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D47"/>
                </a:solidFill>
              </a:rPr>
              <a:t>Portabilité Ubuntu 22.04 → Windows 10/11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22976" y="2286000"/>
            <a:ext cx="3364992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50992" y="2377440"/>
            <a:ext cx="2194560" cy="256032"/>
          </a:xfrm>
          <a:prstGeom prst="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50992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Axes d'amélioration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50992" y="2798064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276148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41D47"/>
                </a:solidFill>
              </a:rPr>
              <a:t>Multi-visages simultanés (1 seule détection actuelle)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50992" y="3218688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318211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41D47"/>
                </a:solidFill>
              </a:rPr>
              <a:t>Support GPU (CUDA) pour &lt; 100ms/frame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50992" y="3639312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0" y="360273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41D47"/>
                </a:solidFill>
              </a:rPr>
              <a:t>Modèle CNN liveness plus robuste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50992" y="4059936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40233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41D47"/>
                </a:solidFill>
              </a:rPr>
              <a:t>Chiffrement asymétrique RSA + AES hybride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50992" y="4480560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444398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41D47"/>
                </a:solidFill>
              </a:rPr>
              <a:t>API REST pour intégration dans d'autres apps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Dossier de Réalisation — Système Biométrique  ·  11 — Bilan de Réalisation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1A2570"/>
          </a:solidFill>
          <a:ln w="12700">
            <a:solidFill>
              <a:srgbClr val="1A2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Cahier de Réalisation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Système d'Authentification Biométrique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par Reconnaissance Faciale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4114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15184"/>
            <a:ext cx="146304" cy="1463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5877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F"/>
                </a:solidFill>
              </a:rPr>
              <a:t>Architecture en couches — MVC — Python 3.10+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146304" cy="1463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9169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F"/>
                </a:solidFill>
              </a:rPr>
              <a:t>6 modules codés et documentés (FaceEngine, Liveness, Crypto…)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146304" cy="1463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246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F"/>
                </a:solidFill>
              </a:rPr>
              <a:t>3 types de tests — 100% de réussite — Anti-spoofing 100%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146304" cy="1463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5753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F"/>
                </a:solidFill>
              </a:rPr>
              <a:t>Portabilité Ubuntu 22.04 LTS → Windows 10/11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4074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Livrable L4  ·  Version 1.0  ·  Projet Académique  · 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Réalisation — Authentification Biométrique</dc:title>
  <dc:subject>PptxGenJS Presentation</dc:subject>
  <dc:creator>Projet Académique 2025–2026</dc:creator>
  <cp:lastModifiedBy>Projet Académique 2025–2026</cp:lastModifiedBy>
  <cp:revision>1</cp:revision>
  <dcterms:created xsi:type="dcterms:W3CDTF">2026-05-14T10:24:27Z</dcterms:created>
  <dcterms:modified xsi:type="dcterms:W3CDTF">2026-05-14T10:24:27Z</dcterms:modified>
</cp:coreProperties>
</file>